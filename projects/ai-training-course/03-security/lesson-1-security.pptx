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5"/>
    <p:sldId id="272" r:id="rId4"/>
    <p:sldId id="273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Введение в ИИ для службы безопасности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От понимания возможностей до первых шагов</a:t>
            </a:r>
            <a:br/>
            <a:r>
              <a:t>Модуль «Безопасность» | Урок 1 из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Путь, который мы пройдём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СЕГОДНЯ (уровень 0): Базовые понятия ИИ, on-premise vs внешний, первые шаги</a:t>
            </a:r>
            <a:br/>
            <a:r>
              <a:t>• УРОВЕНЬ 1: Персональные промпты для вашей роли СБ, загрузка файлов</a:t>
            </a:r>
            <a:br/>
            <a:r>
              <a:t>• УРОВЕНЬ 2: ИИ с файлами — выписки, видео, сметы, договоры. Интеграции</a:t>
            </a:r>
            <a:br/>
            <a:r>
              <a:t>• УРОВЕНЬ 3: ИИ-АГЕНТЫ — автономные помощники</a:t>
            </a:r>
            <a:br/>
            <a:r>
              <a:t>• </a:t>
            </a:r>
            <a:br/>
            <a:r>
              <a:t>• ИИ — не замена сотруднику СБ, а УСКОРИТЕЛЬ АНАЛИТИКИ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3E50"/>
                </a:solidFill>
                <a:latin typeface="Arial"/>
              </a:defRPr>
            </a:pPr>
            <a:r>
              <a:t>Какую работу можно ускорить с ИИ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Роль СБ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Было (ручное)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Стало (с ИИ)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Экономия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Контроль ТСО (СКУД, камеры, периметр)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Просматривать записи вручную, сверять журналы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Загрузил видео/журналы → отчёт с аномалиями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3-4 часа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Изучение кандидатов и стажёров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Собирать данные из десятков источников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Загрузил данные → профиль рисков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2-3 часа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Проверка контрагентов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Проверять ЕГРЮЛ, суды, новости вручную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Ввёл ИНН → профиль рисков за 3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4-6 часов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Проверка закупочной деятельности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Сверять сметы, искать цены, проверять процедуры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Загрузил смету → таблица завышений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3-5 часов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Проверка взаимосвязей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Вручную строить схемы связей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Ввёл данные → карта связей и флаги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2-4 часа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Служебные расследования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Собирать хронологию, писать планы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Описал инцидент → план + хронология + версии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1-2 дня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Разработка, оценка, экспертиза документов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Читать договоры/сметы вручную, искать риски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Загрузил документ → список рисков + правки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2-3 часа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Информационная безопасность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Просматривать логи, анализировать DLP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Загрузил логи → алерты на аномалии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2-3 часа</a:t>
                      </a:r>
                    </a:p>
                  </a:txBody>
                  <a:tcPr>
                    <a:solidFill>
                      <a:srgbClr val="F5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Пример: Контроль технических средств охраны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Arial"/>
              </a:defRPr>
            </a:pPr>
            <a:r>
              <a:t>Экономия: 3-4 часа на проверку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БЫЛО: 3-4 часа на проверку записей и журналов</a:t>
            </a:r>
            <a:br/>
            <a:r>
              <a:t>•   • Просматривать записи с 45 камер</a:t>
            </a:r>
            <a:br/>
            <a:r>
              <a:t>•   • Сверять журналы патрулей и СКУД</a:t>
            </a:r>
            <a:br/>
            <a:r>
              <a:t>•   • Искать аномалии вручную</a:t>
            </a:r>
            <a:br/>
            <a:r>
              <a:t>• </a:t>
            </a:r>
            <a:br/>
            <a:r>
              <a:t>• СТАЛО: 5 минут + 15 минут проверки</a:t>
            </a:r>
            <a:br/>
            <a:r>
              <a:t>•   • Загрузил видео и журналы в ИИ</a:t>
            </a:r>
            <a:br/>
            <a:r>
              <a:t>•   • Получил отчёт с аномалиями</a:t>
            </a:r>
            <a:br/>
            <a:r>
              <a:t>•   • Получил таблицу инцидентов</a:t>
            </a:r>
            <a:br/>
            <a:r>
              <a:t>• </a:t>
            </a:r>
            <a:br/>
            <a:r>
              <a:t>• ИИ анализирует. СБ решает, усиливать ли контроль.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Пример: Проверка контрагентов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Arial"/>
              </a:defRPr>
            </a:pPr>
            <a:r>
              <a:t>Экономия: 4-6 часов на компанию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БЫЛО: 4-6 часов на одну компанию</a:t>
            </a:r>
            <a:br/>
            <a:r>
              <a:t>•   • Проверить ЕГРЮЛ</a:t>
            </a:r>
            <a:br/>
            <a:r>
              <a:t>•   • Найти судебные дела</a:t>
            </a:r>
            <a:br/>
            <a:r>
              <a:t>•   • Проверить арбитраж</a:t>
            </a:r>
            <a:br/>
            <a:r>
              <a:t>•   • Найти новости и отзывы</a:t>
            </a:r>
            <a:br/>
            <a:r>
              <a:t>• </a:t>
            </a:r>
            <a:br/>
            <a:r>
              <a:t>• СТАЛО: 3 минуты + 10 минут проверки</a:t>
            </a:r>
            <a:br/>
            <a:r>
              <a:t>•   • Ввёл ИНН в ИИ</a:t>
            </a:r>
            <a:br/>
            <a:r>
              <a:t>•   • Получил профиль рисков</a:t>
            </a:r>
            <a:br/>
            <a:r>
              <a:t>•   • Получил схему связей</a:t>
            </a:r>
            <a:br/>
            <a:r>
              <a:t>• </a:t>
            </a:r>
            <a:br/>
            <a:r>
              <a:t>• ИИ собирает. СБ оценивает риски и решает.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Пример: Разработка, оценка и экспертиза документов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Arial"/>
              </a:defRPr>
            </a:pPr>
            <a:r>
              <a:t>Экономия: 2-3 часа на документ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БЫЛО: 2-3 часа на экспертизу договора</a:t>
            </a:r>
            <a:br/>
            <a:r>
              <a:t>•   • Читать договор вручную</a:t>
            </a:r>
            <a:br/>
            <a:r>
              <a:t>•   • Искать риски и непрописанные случаи</a:t>
            </a:r>
            <a:br/>
            <a:r>
              <a:t>•   • Писать замечания и правки</a:t>
            </a:r>
            <a:br/>
            <a:r>
              <a:t>• </a:t>
            </a:r>
            <a:br/>
            <a:r>
              <a:t>• СТАЛО: 3 минуты + 10 минут проверки</a:t>
            </a:r>
            <a:br/>
            <a:r>
              <a:t>•   • Загрузил договор в ИИ</a:t>
            </a:r>
            <a:br/>
            <a:r>
              <a:t>•   • Получил список рисков по пунктам</a:t>
            </a:r>
            <a:br/>
            <a:r>
              <a:t>•   • Получил рекомендуемые правки</a:t>
            </a:r>
            <a:br/>
            <a:r>
              <a:t>• </a:t>
            </a:r>
            <a:br/>
            <a:r>
              <a:t>• ИИ находит. СБ оценивает и требует правки.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ИИ вокруг нас каждый день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Вы УЖЕ используете ИИ, просто не называете это ИИ:</a:t>
            </a:r>
            <a:br/>
            <a:r>
              <a:t>• </a:t>
            </a:r>
            <a:br/>
            <a:r>
              <a:t>• • Фильтр спама в почте → отличает важное от мусора</a:t>
            </a:r>
            <a:br/>
            <a:r>
              <a:t>•   = как ИИ отличает нормальную закупку от подозрительной</a:t>
            </a:r>
            <a:br/>
            <a:r>
              <a:t>• </a:t>
            </a:r>
            <a:br/>
            <a:r>
              <a:t>• • Банковское приложение → находит подозрительные транзакции</a:t>
            </a:r>
            <a:br/>
            <a:r>
              <a:t>•   = как ИИ находит аномалии в платежах</a:t>
            </a:r>
            <a:br/>
            <a:r>
              <a:t>• </a:t>
            </a:r>
            <a:br/>
            <a:r>
              <a:t>• • Камера в телефоне → распознаёт лица</a:t>
            </a:r>
            <a:br/>
            <a:r>
              <a:t>•   = как ИИ распознаёт людей на записях с камер</a:t>
            </a:r>
            <a:br/>
            <a:r>
              <a:t>• </a:t>
            </a:r>
            <a:br/>
            <a:r>
              <a:t>• Если пользуетесь смартфоном — разберётесь с ИИ в работе СБ.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3E50"/>
                </a:solidFill>
                <a:latin typeface="Arial"/>
              </a:defRPr>
            </a:pPr>
            <a:r>
              <a:t>Внутренний (on-premise) vs Внешний 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33333"/>
                </a:solidFill>
                <a:latin typeface="Arial"/>
              </a:defRPr>
            </a:pPr>
            <a:r>
              <a:t>ВНЕШНИЙ ИИ (ChatGPT, Claude)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Arial"/>
              </a:defRPr>
            </a:pPr>
            <a:r>
              <a:t>• ✅ Удобный, доступен с телефона</a:t>
            </a:r>
            <a:br/>
            <a:r>
              <a:t>• ❌ Данные уходят на серверы за рубеж</a:t>
            </a:r>
            <a:br/>
            <a:r>
              <a:t>• ❌ Нарушение 152-ФЗ (ПДн)</a:t>
            </a:r>
            <a:br/>
            <a:r>
              <a:t>• ❌ Нарушение режима коммерческой тайны</a:t>
            </a:r>
            <a:br/>
            <a:r>
              <a:t>• </a:t>
            </a:r>
            <a:br/>
            <a:r>
              <a:t>• Для личного использования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33333"/>
                </a:solidFill>
                <a:latin typeface="Arial"/>
              </a:defRPr>
            </a:pPr>
            <a:r>
              <a:t>ВНУТРЕННИЙ ИИ (OpenWebUI)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645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Arial"/>
              </a:defRPr>
            </a:pPr>
            <a:r>
              <a:t>• ✅ Данные не покидают компанию</a:t>
            </a:r>
            <a:br/>
            <a:r>
              <a:t>• ✅ Закрытый контур</a:t>
            </a:r>
            <a:br/>
            <a:r>
              <a:t>• ✅ Внутренние регламенты СБ</a:t>
            </a:r>
            <a:br/>
            <a:r>
              <a:t>• ✅ Безопасно для персональных данных</a:t>
            </a:r>
            <a:br/>
            <a:r>
              <a:t>• </a:t>
            </a:r>
            <a:br/>
            <a:r>
              <a:t>• Для проверок, инцидентов, связей, смет, договоров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OpenWebUI — ваш внутренний 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Браузер → ai.company.local → Логин/пароль (как в корп.системе)</a:t>
            </a:r>
            <a:br/>
            <a:r>
              <a:t>• </a:t>
            </a:r>
            <a:br/>
            <a:r>
              <a:t>• Главные элементы:</a:t>
            </a:r>
            <a:br/>
            <a:r>
              <a:t>• • Новый чат — начать разговор</a:t>
            </a:r>
            <a:br/>
            <a:r>
              <a:t>• • История — вернуться к старым (как письма)</a:t>
            </a:r>
            <a:br/>
            <a:r>
              <a:t>• • Скрепка 📎 — загрузить файл (смету, выписку, договор, фото)</a:t>
            </a:r>
            <a:br/>
            <a:r>
              <a:t>• • Выбор модели — Llama/Mistral для текста, Qwen для видео</a:t>
            </a:r>
            <a:br/>
            <a:r>
              <a:t>• • Настройки ⚙️ — System Prompt (правила для всех ответов)</a:t>
            </a:r>
            <a:br/>
            <a:r>
              <a:t>• </a:t>
            </a:r>
            <a:br/>
            <a:r>
              <a:t>• Это как корпоративная почта — только для сотрудников.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Формула РКЗФО — как говорить с 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❌ 'Проверь компанию' → общий ответ</a:t>
            </a:r>
            <a:br/>
            <a:r>
              <a:t>• </a:t>
            </a:r>
            <a:br/>
            <a:r>
              <a:t>• ✅ РОЛЬ + КОНТЕКСТ + ЗАДАЧА + ФОРМАТ + ОГРАНИЧЕНИЯ</a:t>
            </a:r>
            <a:br/>
            <a:r>
              <a:t>• </a:t>
            </a:r>
            <a:br/>
            <a:r>
              <a:t>• РОЛЬ: 'Ты — аналитик СБ с 10-летним стажем'</a:t>
            </a:r>
            <a:br/>
            <a:r>
              <a:t>• КОНТЕКСТ: 'Проверка поставщика перед контрактом на 50 млн'</a:t>
            </a:r>
            <a:br/>
            <a:r>
              <a:t>• ЗАДАЧА: 'Составить профиль рисков компании'</a:t>
            </a:r>
            <a:br/>
            <a:r>
              <a:t>• ФОРМАТ: 'Таблица: параметр, значение, риск, рекомендация'</a:t>
            </a:r>
            <a:br/>
            <a:r>
              <a:t>• ОГРАНИЧЕНИЯ: 'Только открытые источники. Без обвинений.'</a:t>
            </a:r>
            <a:br/>
            <a:r>
              <a:t>• </a:t>
            </a:r>
            <a:br/>
            <a:r>
              <a:t>• → Точный анализ, готовый к использованию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System Prompt — настройка ассистента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Куда: Настройки ⚙️ → System Prompt</a:t>
            </a:r>
            <a:br/>
            <a:r>
              <a:t>• </a:t>
            </a:r>
            <a:br/>
            <a:r>
              <a:t>• Пример для СБ:</a:t>
            </a:r>
            <a:br/>
            <a:r>
              <a:t>• </a:t>
            </a:r>
            <a:br/>
            <a:r>
              <a:t>• 'Ты — ассистент службы безопасности.'</a:t>
            </a:r>
            <a:br/>
            <a:r>
              <a:t>• 'Всегда используй таблицы для сравнений.'</a:t>
            </a:r>
            <a:br/>
            <a:r>
              <a:t>• 'Структура: факты → анализ → риски → рекомендации.'</a:t>
            </a:r>
            <a:br/>
            <a:r>
              <a:t>• 'Работай только с открытыми данными.'</a:t>
            </a:r>
            <a:br/>
            <a:r>
              <a:t>• 'Не делай обвинительных выводов. Только риски.'</a:t>
            </a:r>
            <a:br/>
            <a:r>
              <a:t>• </a:t>
            </a:r>
            <a:br/>
            <a:r>
              <a:t>• → Каждый ответ будет структурированным и безопасным юридически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Eval — как ИИ проверяет сам себя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Зачем: ИИ может ошибаться, упускать, обобщать</a:t>
            </a:r>
            <a:br/>
            <a:r>
              <a:t>• </a:t>
            </a:r>
            <a:br/>
            <a:r>
              <a:t>• 4 вопроса в конце важных задач:</a:t>
            </a:r>
            <a:br/>
            <a:r>
              <a:t>• </a:t>
            </a:r>
            <a:br/>
            <a:r>
              <a:t>• 1. 'Оцени ответ 1–10' → выявляет галлюцинации</a:t>
            </a:r>
            <a:br/>
            <a:r>
              <a:t>• 2. 'Что ты не учёл?' → находит слепые пятна</a:t>
            </a:r>
            <a:br/>
            <a:r>
              <a:t>• 3. 'Найди 3 слабых места' → проверяет неточности</a:t>
            </a:r>
            <a:br/>
            <a:r>
              <a:t>• 4. 'Предложи другой подход' → даёт альтернативы</a:t>
            </a:r>
            <a:br/>
            <a:r>
              <a:t>• </a:t>
            </a:r>
            <a:br/>
            <a:r>
              <a:t>• Пример: 'Оцени свой анализ 1–10. Что ты мог упустить?'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Практика 1: Проверка контрагента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ЗАДАНИЕ:</a:t>
            </a:r>
            <a:br/>
            <a:r>
              <a:t>• </a:t>
            </a:r>
            <a:br/>
            <a:r>
              <a:t>• РОЛЬ: Ты — аналитик СБ.</a:t>
            </a:r>
            <a:br/>
            <a:r>
              <a:t>• КОНТЕКСТ: Проверка поставщика перед договором.</a:t>
            </a:r>
            <a:br/>
            <a:r>
              <a:t>• ЗАДАЧА: Составить профиль рисков.</a:t>
            </a:r>
            <a:br/>
            <a:r>
              <a:t>• </a:t>
            </a:r>
            <a:br/>
            <a:r>
              <a:t>• Данные:</a:t>
            </a:r>
            <a:br/>
            <a:r>
              <a:t>• - ООО 'СтройМонтаж', ИНН 7701234567</a:t>
            </a:r>
            <a:br/>
            <a:r>
              <a:t>• - Учредитель: Иванов А.А. (51%)</a:t>
            </a:r>
            <a:br/>
            <a:r>
              <a:t>• - Директор сменился 2 раза за год</a:t>
            </a:r>
            <a:br/>
            <a:r>
              <a:t>• - Выручка: 2023 — 180 млн, 2024 — 45 млн</a:t>
            </a:r>
            <a:br/>
            <a:r>
              <a:t>• - Арбитраж: 5 дел как ответчик</a:t>
            </a:r>
            <a:br/>
            <a:r>
              <a:t>• </a:t>
            </a:r>
            <a:br/>
            <a:r>
              <a:t>• ФОРМАТ: Таблица (параметр, значение, риск, рекомендация).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Практика 2: Экспертиза договора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ЗАДАНИЕ:</a:t>
            </a:r>
            <a:br/>
            <a:r>
              <a:t>• </a:t>
            </a:r>
            <a:br/>
            <a:r>
              <a:t>• РОЛЬ: Ты — эксперт по документам СБ.</a:t>
            </a:r>
            <a:br/>
            <a:r>
              <a:t>• ЗАДАЧА: Найти риски и непрописанные случаи.</a:t>
            </a:r>
            <a:br/>
            <a:r>
              <a:t>• </a:t>
            </a:r>
            <a:br/>
            <a:r>
              <a:t>• Данные договора:</a:t>
            </a:r>
            <a:br/>
            <a:r>
              <a:t>• - Цена: фиксированная, 50 млн ₽, без индексации</a:t>
            </a:r>
            <a:br/>
            <a:r>
              <a:t>• - Срок: 180 дней, штраф за просрочку — 0.01% в день</a:t>
            </a:r>
            <a:br/>
            <a:r>
              <a:t>• - Акты КС-2: принимаются в течение 5 дней без претензий</a:t>
            </a:r>
            <a:br/>
            <a:r>
              <a:t>• - Форс-мажор: не определён перечень</a:t>
            </a:r>
            <a:br/>
            <a:r>
              <a:t>• - Гарантия: 1 год (норма — 2-3 года)</a:t>
            </a:r>
            <a:br/>
            <a:r>
              <a:t>• - Страхование: отсутствует</a:t>
            </a:r>
            <a:br/>
            <a:r>
              <a:t>• </a:t>
            </a:r>
            <a:br/>
            <a:r>
              <a:t>• ФОРМАТ: Риски по пунктам + непрописанные случаи + оценка.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Практика 3: План реагирования на инцидент ИБ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ЗАДАНИЕ:</a:t>
            </a:r>
            <a:br/>
            <a:r>
              <a:t>• </a:t>
            </a:r>
            <a:br/>
            <a:r>
              <a:t>• РОЛЬ: Ты — аналитик ИБ, специалист SOC.</a:t>
            </a:r>
            <a:br/>
            <a:r>
              <a:t>• ЗАДАЧА: Составить план реагирования.</a:t>
            </a:r>
            <a:br/>
            <a:r>
              <a:t>• </a:t>
            </a:r>
            <a:br/>
            <a:r>
              <a:t>• Инцидент: Подозрение на утечку коммерческой тайны.</a:t>
            </a:r>
            <a:br/>
            <a:r>
              <a:t>• </a:t>
            </a:r>
            <a:br/>
            <a:r>
              <a:t>• Данные:</a:t>
            </a:r>
            <a:br/>
            <a:r>
              <a:t>• - Конкурент опубликовал прайс, идентичный внутренней версии</a:t>
            </a:r>
            <a:br/>
            <a:r>
              <a:t>• - Доступ к прайсу: 12 сотрудников</a:t>
            </a:r>
            <a:br/>
            <a:r>
              <a:t>• - Логи DLP: 3 сотрудника скачивали файл за месяц</a:t>
            </a:r>
            <a:br/>
            <a:r>
              <a:t>• - Один из 3 уволился 2 недели назад</a:t>
            </a:r>
            <a:br/>
            <a:r>
              <a:t>• - Прайс был отправлен на личную почту (по DLP)</a:t>
            </a:r>
            <a:br/>
            <a:r>
              <a:t>• </a:t>
            </a:r>
            <a:br/>
            <a:r>
              <a:t>• ФОРМАТ: Хронология + круг подозреваемых + план + профилактика.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Путь от сегодня до ИИ-агентов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УРОВЕНЬ 0 (сегодня) → Базовые понятия, первые шаги в OpenWebUI</a:t>
            </a:r>
            <a:br/>
            <a:r>
              <a:t>• </a:t>
            </a:r>
            <a:br/>
            <a:r>
              <a:t>• УРОВЕНЬ 1 → Персональные промпты, Knowledge Base, шаблоны</a:t>
            </a:r>
            <a:br/>
            <a:r>
              <a:t>• </a:t>
            </a:r>
            <a:br/>
            <a:r>
              <a:t>• УРОВЕНЬ 2 → ИИ с файлами: выписки, видео, сметы, договоры. Интеграции.</a:t>
            </a:r>
            <a:br/>
            <a:r>
              <a:t>• </a:t>
            </a:r>
            <a:br/>
            <a:r>
              <a:t>• УРОВЕНЬ 3 → ИИ-АГЕНТЫ:</a:t>
            </a:r>
            <a:br/>
            <a:r>
              <a:t>•   • Агент проверяет контрагентов каждое утро</a:t>
            </a:r>
            <a:br/>
            <a:r>
              <a:t>•   • Агент мониторит закупки и шлёт алерты</a:t>
            </a:r>
            <a:br/>
            <a:r>
              <a:t>•   • Агент анализирует логи DLP и фаерволов</a:t>
            </a:r>
            <a:br/>
            <a:r>
              <a:t>• </a:t>
            </a:r>
            <a:br/>
            <a:r>
              <a:t>• Следующий урок: углубление в вашу роль СБ.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Домашнее задание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• Выберите одну текущую задачу СБ:</a:t>
            </a:r>
            <a:br/>
            <a:r>
              <a:t>• </a:t>
            </a:r>
            <a:br/>
            <a:r>
              <a:t>• 1. Составьте запрос по формуле РКЗФО</a:t>
            </a:r>
            <a:br/>
            <a:r>
              <a:t>•    (минимум: Роль + Задача + Формат)</a:t>
            </a:r>
            <a:br/>
            <a:r>
              <a:t>• </a:t>
            </a:r>
            <a:br/>
            <a:r>
              <a:t>• 2. Получите результат в OpenWebUI</a:t>
            </a:r>
            <a:br/>
            <a:r>
              <a:t>• </a:t>
            </a:r>
            <a:br/>
            <a:r>
              <a:t>• 3. Задайте Eval-вопрос: 'Что ты не учёл?'</a:t>
            </a:r>
            <a:br/>
            <a:r>
              <a:t>• </a:t>
            </a:r>
            <a:br/>
            <a:r>
              <a:t>• 4. Сделайте скриншот итогового диалога</a:t>
            </a:r>
            <a:br/>
            <a:r>
              <a:t>• </a:t>
            </a:r>
            <a:br/>
            <a:r>
              <a:t>• Формат сдачи: скриншот + 2 предложения</a:t>
            </a:r>
            <a:br/>
            <a:r>
              <a:t>• 'Что получилось, что неожиданно'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Вопросы?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ИИ — как детектор лжи для аналитика СБ.</a:t>
            </a:r>
            <a:br/>
            <a:r>
              <a:t>Он находит факты, но решение — за вами.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Широкоэкранный</PresentationFormat>
  <Paragraphs>0</Paragraphs>
  <Slides>19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0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Artur Arustamov</cp:lastModifiedBy>
  <cp:revision>2</cp:revision>
  <dcterms:created xsi:type="dcterms:W3CDTF">2013-01-27T09:14:16Z</dcterms:created>
  <dcterms:modified xsi:type="dcterms:W3CDTF">2026-07-10T08:26:00Z</dcterms:modified>
  <cp:category/>
</cp:coreProperties>
</file>