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5"/>
    <p:sldId id="272" r:id="rId4"/>
    <p:sldId id="273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Введение в ИИ для службы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От понимания возможностей до первых шагов</a:t>
            </a:r>
            <a:br/>
            <a:r>
              <a:t>Модуль «Безопасность» | Урок 1 из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Путь, который мы пройдём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СЕГОДНЯ (уровень 0): Базовые понятия ИИ, on-premise vs внешний, первые шаги</a:t>
            </a:r>
            <a:br/>
            <a:r>
              <a:t>• УРОВЕНЬ 1: Персональные промпты для вашей роли СБ, загрузка файлов</a:t>
            </a:r>
            <a:br/>
            <a:r>
              <a:t>• УРОВЕНЬ 2: ИИ с файлами — выписки, видео, сметы. Интеграции</a:t>
            </a:r>
            <a:br/>
            <a:r>
              <a:t>• УРОВЕНЬ 3: ИИ-АГЕНТЫ — автономные помощники</a:t>
            </a:r>
            <a:br/>
            <a:r>
              <a:t>• </a:t>
            </a:r>
            <a:br/>
            <a:r>
              <a:t>• ИИ — не замена сотруднику СБ, а УСКОРИТЕЛЬ АНАЛИТИКИ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Arial"/>
              </a:defRPr>
            </a:pPr>
            <a:r>
              <a:t>Какую работу можно ускорить с ИИ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Роль СБ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Было (ручное)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Стало (с ИИ)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Экономия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Физическая безопасность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Просматривать записи с камер вручную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видео → отчёт с аномалиями за 5 мин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3-4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Кадровая безопасность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Собирать данные из десятков источников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данные → профиль рисков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2-3 часа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Проверка контрагентов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Проверять ЕГРЮЛ, суды, новости вручную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Ввёл ИНН → профиль рисков за 3 мин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4-6 часов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Экономическая безопасность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Сверять сметы с ФЕР, искать цены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смету → таблица завышений за 2 мин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3-5 часов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Анализ взаимосвязей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Вручную строить схемы связей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Ввёл данные → карта связей и флаги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2-4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Внутренние расследования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Собирать хронологию, писать планы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Описал инцидент → план + хронология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1-2 дня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Информационная безопасность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Просматривать логи вручную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логи → алерты на аномалии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2-3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Аналитика и разведка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Мониторить источники вручную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Задал критерии → дайджест угроз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4-6 часов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Физическая 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Экономия: 3-4 часа на проверку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БЫЛО: 3-4 часа на проверку записей</a:t>
            </a:r>
            <a:br/>
            <a:r>
              <a:t>•   • Просматривать записи с 45 камер</a:t>
            </a:r>
            <a:br/>
            <a:r>
              <a:t>•   • Сверять журналы патрулей</a:t>
            </a:r>
            <a:br/>
            <a:r>
              <a:t>•   • Искать аномалии вручную</a:t>
            </a:r>
            <a:br/>
            <a:r>
              <a:t>• </a:t>
            </a:r>
            <a:br/>
            <a:r>
              <a:t>• СТАЛО: 5 минут + 15 минут проверки</a:t>
            </a:r>
            <a:br/>
            <a:r>
              <a:t>•   • Загрузил видео в ИИ</a:t>
            </a:r>
            <a:br/>
            <a:r>
              <a:t>•   • Получил отчёт с аномалиями</a:t>
            </a:r>
            <a:br/>
            <a:r>
              <a:t>•   • Получил таблицу инцидентов</a:t>
            </a:r>
            <a:br/>
            <a:r>
              <a:t>• </a:t>
            </a:r>
            <a:br/>
            <a:r>
              <a:t>• ИИ анализирует. СБ решает, усиливать ли контроль.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Проверка контрагентов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Экономия: 4-6 часов на компанию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БЫЛО: 4-6 часов на одну компанию</a:t>
            </a:r>
            <a:br/>
            <a:r>
              <a:t>•   • Проверить ЕГРЮЛ</a:t>
            </a:r>
            <a:br/>
            <a:r>
              <a:t>•   • Найти судебные дела</a:t>
            </a:r>
            <a:br/>
            <a:r>
              <a:t>•   • Проверить арбитраж</a:t>
            </a:r>
            <a:br/>
            <a:r>
              <a:t>•   • Найти новости и отзывы</a:t>
            </a:r>
            <a:br/>
            <a:r>
              <a:t>• </a:t>
            </a:r>
            <a:br/>
            <a:r>
              <a:t>• СТАЛО: 3 минуты + 10 минут проверки</a:t>
            </a:r>
            <a:br/>
            <a:r>
              <a:t>•   • Ввёл ИНН в ИИ</a:t>
            </a:r>
            <a:br/>
            <a:r>
              <a:t>•   • Получил профиль рисков</a:t>
            </a:r>
            <a:br/>
            <a:r>
              <a:t>•   • Получил схему связей</a:t>
            </a:r>
            <a:br/>
            <a:r>
              <a:t>• </a:t>
            </a:r>
            <a:br/>
            <a:r>
              <a:t>• ИИ собирает. СБ оценивает риски и решает.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Экономическая 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Экономия: 3-5 часов на смету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БЫЛО: 3-5 часов на проверку сметы</a:t>
            </a:r>
            <a:br/>
            <a:r>
              <a:t>•   • Сверять смету с ФЕР вручную</a:t>
            </a:r>
            <a:br/>
            <a:r>
              <a:t>•   • Искать рыночные цены</a:t>
            </a:r>
            <a:br/>
            <a:r>
              <a:t>•   • Считать переплаты</a:t>
            </a:r>
            <a:br/>
            <a:r>
              <a:t>• </a:t>
            </a:r>
            <a:br/>
            <a:r>
              <a:t>• СТАЛО: 2 минуты + 10 минут проверки</a:t>
            </a:r>
            <a:br/>
            <a:r>
              <a:t>•   • Загрузил смету в ИИ</a:t>
            </a:r>
            <a:br/>
            <a:r>
              <a:t>•   • Получил таблицу завышений</a:t>
            </a:r>
            <a:br/>
            <a:r>
              <a:t>•   • Получил итоговую сумму переплаты</a:t>
            </a:r>
            <a:br/>
            <a:r>
              <a:t>• </a:t>
            </a:r>
            <a:br/>
            <a:r>
              <a:t>• ИИ считает. СБ решает, оспаривать или нет.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ИИ вокруг нас каждый день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Вы УЖЕ используете ИИ, просто не называете это ИИ:</a:t>
            </a:r>
            <a:br/>
            <a:r>
              <a:t>• </a:t>
            </a:r>
            <a:br/>
            <a:r>
              <a:t>• • Фильтр спама в почте → отличает важное от мусора</a:t>
            </a:r>
            <a:br/>
            <a:r>
              <a:t>•   = как ИИ отличает нормальную закупку от подозрительной</a:t>
            </a:r>
            <a:br/>
            <a:r>
              <a:t>• </a:t>
            </a:r>
            <a:br/>
            <a:r>
              <a:t>• • Банковское приложение → находит подозрительные транзакции</a:t>
            </a:r>
            <a:br/>
            <a:r>
              <a:t>•   = как ИИ находит аномалии в платежах</a:t>
            </a:r>
            <a:br/>
            <a:r>
              <a:t>• </a:t>
            </a:r>
            <a:br/>
            <a:r>
              <a:t>• • Камера в телефоне → распознаёт лица</a:t>
            </a:r>
            <a:br/>
            <a:r>
              <a:t>•   = как ИИ распознаёт людей на записях с камер</a:t>
            </a:r>
            <a:br/>
            <a:r>
              <a:t>• </a:t>
            </a:r>
            <a:br/>
            <a:r>
              <a:t>• Если пользуетесь смартфоном — разберётесь с ИИ в работе СБ.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Arial"/>
              </a:defRPr>
            </a:pPr>
            <a:r>
              <a:t>Внутренний (on-premise) vs Внешний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Arial"/>
              </a:defRPr>
            </a:pPr>
            <a:r>
              <a:t>ВНЕШНИЙ ИИ (ChatGPT, Claude)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• ✅ Удобный, доступен с телефона</a:t>
            </a:r>
            <a:br/>
            <a:r>
              <a:t>• ❌ Данные уходят на серверы за рубеж</a:t>
            </a:r>
            <a:br/>
            <a:r>
              <a:t>• ❌ Нарушение 152-ФЗ (ПДн)</a:t>
            </a:r>
            <a:br/>
            <a:r>
              <a:t>• ❌ Нарушение режима коммерческой тайны</a:t>
            </a:r>
            <a:br/>
            <a:r>
              <a:t>• </a:t>
            </a:r>
            <a:br/>
            <a:r>
              <a:t>• Для личного использования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Arial"/>
              </a:defRPr>
            </a:pPr>
            <a:r>
              <a:t>ВНУТРЕННИЙ ИИ (OpenWebUI)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• ✅ Данные не покидают компанию</a:t>
            </a:r>
            <a:br/>
            <a:r>
              <a:t>• ✅ Закрытый контур</a:t>
            </a:r>
            <a:br/>
            <a:r>
              <a:t>• ✅ Внутренние регламенты СБ</a:t>
            </a:r>
            <a:br/>
            <a:r>
              <a:t>• ✅ Безопасно для персональных данных</a:t>
            </a:r>
            <a:br/>
            <a:r>
              <a:t>• </a:t>
            </a:r>
            <a:br/>
            <a:r>
              <a:t>• Для проверок, инцидентов, связей, смет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OpenWebUI — ваш внутренний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Браузер → ai.company.local → Логин/пароль (как в корп.системе)</a:t>
            </a:r>
            <a:br/>
            <a:r>
              <a:t>• </a:t>
            </a:r>
            <a:br/>
            <a:r>
              <a:t>• Главные элементы:</a:t>
            </a:r>
            <a:br/>
            <a:r>
              <a:t>• • Новый чат — начать разговор</a:t>
            </a:r>
            <a:br/>
            <a:r>
              <a:t>• • История — вернуться к старым (как письма)</a:t>
            </a:r>
            <a:br/>
            <a:r>
              <a:t>• • Скрепка 📎 — загрузить файл (смету, выписку, фото)</a:t>
            </a:r>
            <a:br/>
            <a:r>
              <a:t>• • Выбор модели — Llama/Mistral для текста, Qwen для видео</a:t>
            </a:r>
            <a:br/>
            <a:r>
              <a:t>• • Настройки ⚙️ — System Prompt (правила для всех ответов)</a:t>
            </a:r>
            <a:br/>
            <a:r>
              <a:t>• </a:t>
            </a:r>
            <a:br/>
            <a:r>
              <a:t>• Это как корпоративная почта — только для сотрудников.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Формула РКЗФО — как говорить с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❌ 'Проверь компанию' → общий ответ</a:t>
            </a:r>
            <a:br/>
            <a:r>
              <a:t>• </a:t>
            </a:r>
            <a:br/>
            <a:r>
              <a:t>• ✅ РОЛЬ + КОНТЕКСТ + ЗАДАЧА + ФОРМАТ + ОГРАНИЧЕНИЯ</a:t>
            </a:r>
            <a:br/>
            <a:r>
              <a:t>• </a:t>
            </a:r>
            <a:br/>
            <a:r>
              <a:t>• РОЛЬ: 'Ты — аналитик СБ с 10-летним стажем'</a:t>
            </a:r>
            <a:br/>
            <a:r>
              <a:t>• КОНТЕКСТ: 'Проверка поставщика перед контрактом на 50 млн'</a:t>
            </a:r>
            <a:br/>
            <a:r>
              <a:t>• ЗАДАЧА: 'Составить профиль рисков компании'</a:t>
            </a:r>
            <a:br/>
            <a:r>
              <a:t>• ФОРМАТ: 'Таблица: параметр, значение, риск, рекомендация'</a:t>
            </a:r>
            <a:br/>
            <a:r>
              <a:t>• ОГРАНИЧЕНИЯ: 'Только открытые источники. Без обвинений.'</a:t>
            </a:r>
            <a:br/>
            <a:r>
              <a:t>• </a:t>
            </a:r>
            <a:br/>
            <a:r>
              <a:t>• → Точный анализ, готовый к использованию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Prompt — настройка ассистента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Куда: Настройки ⚙️ → System Prompt</a:t>
            </a:r>
            <a:br/>
            <a:r>
              <a:t>• </a:t>
            </a:r>
            <a:br/>
            <a:r>
              <a:t>• Пример для СБ:</a:t>
            </a:r>
            <a:br/>
            <a:r>
              <a:t>• </a:t>
            </a:r>
            <a:br/>
            <a:r>
              <a:t>• 'Ты — ассистент службы безопасности.'</a:t>
            </a:r>
            <a:br/>
            <a:r>
              <a:t>• 'Всегда используй таблицы для сравнений.'</a:t>
            </a:r>
            <a:br/>
            <a:r>
              <a:t>• 'Структура: факты → анализ → риски → рекомендации.'</a:t>
            </a:r>
            <a:br/>
            <a:r>
              <a:t>• 'Работай только с открытыми данными.'</a:t>
            </a:r>
            <a:br/>
            <a:r>
              <a:t>• 'Не делай обвинительных выводов. Только риски.'</a:t>
            </a:r>
            <a:br/>
            <a:r>
              <a:t>• </a:t>
            </a:r>
            <a:br/>
            <a:r>
              <a:t>• → Каждый ответ будет структурированным и безопасным юридически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Eval — как ИИ проверяет сам себя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Зачем: ИИ может ошибаться, упускать, обобщать</a:t>
            </a:r>
            <a:br/>
            <a:r>
              <a:t>• </a:t>
            </a:r>
            <a:br/>
            <a:r>
              <a:t>• 4 вопроса в конце важных задач:</a:t>
            </a:r>
            <a:br/>
            <a:r>
              <a:t>• </a:t>
            </a:r>
            <a:br/>
            <a:r>
              <a:t>• 1. 'Оцени ответ 1–10' → выявляет галлюцинации</a:t>
            </a:r>
            <a:br/>
            <a:r>
              <a:t>• 2. 'Что ты не учёл?' → находит слепые пятна</a:t>
            </a:r>
            <a:br/>
            <a:r>
              <a:t>• 3. 'Найди 3 слабых места' → проверяет неточности</a:t>
            </a:r>
            <a:br/>
            <a:r>
              <a:t>• 4. 'Предложи другой подход' → даёт альтернативы</a:t>
            </a:r>
            <a:br/>
            <a:r>
              <a:t>• </a:t>
            </a:r>
            <a:br/>
            <a:r>
              <a:t>• Пример: 'Оцени свой анализ 1–10. Что ты мог упустить?'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1: Проверка контрагента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РОЛЬ: Ты — аналитик СБ.</a:t>
            </a:r>
            <a:br/>
            <a:r>
              <a:t>• КОНТЕКСТ: Проверка поставщика перед договором.</a:t>
            </a:r>
            <a:br/>
            <a:r>
              <a:t>• ЗАДАЧА: Составить профиль рисков.</a:t>
            </a:r>
            <a:br/>
            <a:r>
              <a:t>• </a:t>
            </a:r>
            <a:br/>
            <a:r>
              <a:t>• Данные:</a:t>
            </a:r>
            <a:br/>
            <a:r>
              <a:t>• - ООО 'СтройМонтаж', ИНН 7701234567</a:t>
            </a:r>
            <a:br/>
            <a:r>
              <a:t>• - Учредитель: Иванов А.А. (51%)</a:t>
            </a:r>
            <a:br/>
            <a:r>
              <a:t>• - Директор сменился 2 раза за год</a:t>
            </a:r>
            <a:br/>
            <a:r>
              <a:t>• - Выручка: 2023 — 180 млн, 2024 — 45 млн</a:t>
            </a:r>
            <a:br/>
            <a:r>
              <a:t>• - Арбитраж: 5 дел как ответчик</a:t>
            </a:r>
            <a:br/>
            <a:r>
              <a:t>• </a:t>
            </a:r>
            <a:br/>
            <a:r>
              <a:t>• ФОРМАТ: Таблица (параметр, значение, риск, рекомендация).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2: Анализ сметы на завышение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РОЛЬ: Ты — экономист СБ.</a:t>
            </a:r>
            <a:br/>
            <a:r>
              <a:t>• ЗАДАЧА: Найди необоснованные затраты.</a:t>
            </a:r>
            <a:br/>
            <a:r>
              <a:t>• </a:t>
            </a:r>
            <a:br/>
            <a:r>
              <a:t>• Данные:</a:t>
            </a:r>
            <a:br/>
            <a:r>
              <a:t>• - Бетон Б25: 8500 ₽/м³ (рынок: 7200-7800)</a:t>
            </a:r>
            <a:br/>
            <a:r>
              <a:t>• - Арматура: 58 000 ₽/т (рынок: 52 000-55 000)</a:t>
            </a:r>
            <a:br/>
            <a:r>
              <a:t>• - Накладные расходы: 18% (норма: 12-15%)</a:t>
            </a:r>
            <a:br/>
            <a:r>
              <a:t>• </a:t>
            </a:r>
            <a:br/>
            <a:r>
              <a:t>• ФОРМАТ:</a:t>
            </a:r>
            <a:br/>
            <a:r>
              <a:t>•   1. Таблица сравнения (позиция, цена сметы, рыночная, отклонение)</a:t>
            </a:r>
            <a:br/>
            <a:r>
              <a:t>•   2. Итоговое завышение</a:t>
            </a:r>
            <a:br/>
            <a:r>
              <a:t>•   3. Рекомендации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3: План расследования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РОЛЬ: Ты — следователь СБ.</a:t>
            </a:r>
            <a:br/>
            <a:r>
              <a:t>• ЗАДАЧА: Составить план расследования.</a:t>
            </a:r>
            <a:br/>
            <a:r>
              <a:t>• </a:t>
            </a:r>
            <a:br/>
            <a:r>
              <a:t>• Инцидент: Пропажа кабеля со склада (500 м, ~200 тыс ₽).</a:t>
            </a:r>
            <a:br/>
            <a:r>
              <a:t>• </a:t>
            </a:r>
            <a:br/>
            <a:r>
              <a:t>• Известно:</a:t>
            </a:r>
            <a:br/>
            <a:r>
              <a:t>• - Последняя инвентаризация: 2 недели назад</a:t>
            </a:r>
            <a:br/>
            <a:r>
              <a:t>• - Доступ на склад: 5 человек</a:t>
            </a:r>
            <a:br/>
            <a:r>
              <a:t>• - Камеры: 3 шт, запись 14 дней</a:t>
            </a:r>
            <a:br/>
            <a:r>
              <a:t>• - Сигнализация срабатывала 1 раз 5 дней назад</a:t>
            </a:r>
            <a:br/>
            <a:r>
              <a:t>• </a:t>
            </a:r>
            <a:br/>
            <a:r>
              <a:t>• ФОРМАТ: План (этап, что делать, срок) + вопросы для 5 человек.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Путь от сегодня до 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УРОВЕНЬ 0 (сегодня) → Базовые понятия, первые шаги в OpenWebUI</a:t>
            </a:r>
            <a:br/>
            <a:r>
              <a:t>• </a:t>
            </a:r>
            <a:br/>
            <a:r>
              <a:t>• УРОВЕНЬ 1 → Персональные промпты, Knowledge Base, шаблоны</a:t>
            </a:r>
            <a:br/>
            <a:r>
              <a:t>• </a:t>
            </a:r>
            <a:br/>
            <a:r>
              <a:t>• УРОВЕНЬ 2 → ИИ с файлами: выписки, видео, сметы. Интеграции.</a:t>
            </a:r>
            <a:br/>
            <a:r>
              <a:t>• </a:t>
            </a:r>
            <a:br/>
            <a:r>
              <a:t>• УРОВЕНЬ 3 → ИИ-АГЕНТЫ:</a:t>
            </a:r>
            <a:br/>
            <a:r>
              <a:t>•   • Агент проверяет контрагентов каждое утро</a:t>
            </a:r>
            <a:br/>
            <a:r>
              <a:t>•   • Агент мониторит закупки и шлёт алерты</a:t>
            </a:r>
            <a:br/>
            <a:r>
              <a:t>•   • Агент сам находит связи в новых данных</a:t>
            </a:r>
            <a:br/>
            <a:r>
              <a:t>• </a:t>
            </a:r>
            <a:br/>
            <a:r>
              <a:t>• Следующий урок: углубление в вашу роль СБ.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Домашнее 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Выберите одну текущую задачу СБ:</a:t>
            </a:r>
            <a:br/>
            <a:r>
              <a:t>• </a:t>
            </a:r>
            <a:br/>
            <a:r>
              <a:t>• 1. Составьте запрос по формуле РКЗФО</a:t>
            </a:r>
            <a:br/>
            <a:r>
              <a:t>•    (минимум: Роль + Задача + Формат)</a:t>
            </a:r>
            <a:br/>
            <a:r>
              <a:t>• </a:t>
            </a:r>
            <a:br/>
            <a:r>
              <a:t>• 2. Получите результат в OpenWebUI</a:t>
            </a:r>
            <a:br/>
            <a:r>
              <a:t>• </a:t>
            </a:r>
            <a:br/>
            <a:r>
              <a:t>• 3. Задайте Eval-вопрос: 'Что ты не учёл?'</a:t>
            </a:r>
            <a:br/>
            <a:r>
              <a:t>• </a:t>
            </a:r>
            <a:br/>
            <a:r>
              <a:t>• 4. Сделайте скриншот итогового диалога</a:t>
            </a:r>
            <a:br/>
            <a:r>
              <a:t>• </a:t>
            </a:r>
            <a:br/>
            <a:r>
              <a:t>• Формат сдачи: скриншот + 2 предложения</a:t>
            </a:r>
            <a:br/>
            <a:r>
              <a:t>• 'Что получилось, что неожиданно'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ИИ — как детектор лжи для аналитика.</a:t>
            </a:r>
            <a:br/>
            <a:r>
              <a:t>Он находит факты, но решение — за вами.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Artur Arustamov</cp:lastModifiedBy>
  <cp:revision>2</cp:revision>
  <dcterms:created xsi:type="dcterms:W3CDTF">2013-01-27T09:14:16Z</dcterms:created>
  <dcterms:modified xsi:type="dcterms:W3CDTF">2026-07-10T08:26:00Z</dcterms:modified>
  <cp:category/>
</cp:coreProperties>
</file>