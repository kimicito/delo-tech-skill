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AI для закупщиков и логистов | Модуль "Закупки" | 1.5 часа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1: Заголовок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 Урок 1: Подготовка закупки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Как ИИ помогает составлять ТЗ, запрашивать цены и формировать конкурентные листы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AI для закупщиков и логистов • 1.5 часа • Внутренняя коммерческая закупка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&gt; Цель: Научиться использовать генеративный ИИ для ежедневных задач закупщика: от составления ТЗ до сравнения КП.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2: Что вы заберёте с собой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После этого урока вы сможете: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1. Составлять технические задания за 15 минут вместо 2 часов ручной работы</a:t>
            </a:r>
            <a:br/>
            <a:r>
              <a:t>   - AI генерирует структуру, таблицы, требования</a:t>
            </a:r>
            <a:br/>
            <a:r>
              <a:t>   - Остаётся только проверить и добавить специфику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2. Сравнивать 3 коммерческих предложения в единой таблице с рейтингом</a:t>
            </a:r>
            <a:br/>
            <a:r>
              <a:t>   - Автоматический расчёт по критериям</a:t>
            </a:r>
            <a:br/>
            <a:r>
              <a:t>   - Весовые коэффициенты (цена, сроки, гарантия)</a:t>
            </a:r>
            <a:br/>
            <a:r>
              <a:t>   - Обоснованная рекомендация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3. Находить потенциальных поставщиков с контактами и приоритетами</a:t>
            </a:r>
            <a:br/>
            <a:r>
              <a:t>   - Структурированный список</a:t>
            </a:r>
            <a:br/>
            <a:r>
              <a:t>   - Плюсы/минусы каждого</a:t>
            </a:r>
            <a:br/>
            <a:r>
              <a:t>   - ⚠️ Важно: проверять реальность контактов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3: Что такое Generative AI? Простая аналогия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Аналогия для понимания: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&gt; Представьте, что вы задаёте вопрос очень опытному коллеге, который:</a:t>
            </a:r>
            <a:br/>
            <a:r>
              <a:t>&gt; - Прочитал тысячи документов</a:t>
            </a:r>
            <a:br/>
            <a:r>
              <a:t>&gt; - Участвовал в сотнях закупок</a:t>
            </a:r>
            <a:br/>
            <a:r>
              <a:t>&gt; - Помнит всё и не устаёт</a:t>
            </a:r>
            <a:br/>
            <a:r>
              <a:t>&gt; - Отвечает за секунды</a:t>
            </a:r>
            <a:br/>
            <a:r>
              <a:t>&gt; - Работает 24/7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Это не поисковик: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| Поисковик (Яндекс/Google) | Generative AI (OpenWebUI) |</a:t>
            </a:r>
            <a:br/>
            <a:r>
              <a:t>|---------------------------|---------------------------|</a:t>
            </a:r>
            <a:br/>
            <a:r>
              <a:t>| Находит ссылки на документы | Создаёт готовый документ |</a:t>
            </a:r>
            <a:br/>
            <a:r>
              <a:t>| Вы сами читаете и обобщаете | AI обобщает за вас |</a:t>
            </a:r>
            <a:br/>
            <a:r>
              <a:t>| 10 ссылок → 2 часа чтения | 1 ответ → 2 минуты проверки |</a:t>
            </a:r>
            <a:br/>
            <a:r>
              <a:t>| Не понимает контекст компании | Понимает, если загрузить документы |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4: Почему именно OpenWebUI?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Главное преимущество — безопасность данных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Ваши данные НЕ уходят наружу:</a:t>
            </a:r>
            <a:br/>
            <a:r>
              <a:t>- ❌ Не отправляются в ChatGPT (OpenAI, США)</a:t>
            </a:r>
            <a:br/>
            <a:r>
              <a:t>- ❌ Не отправляются в Яндекс GPT (Яндекс, РФ)</a:t>
            </a:r>
            <a:br/>
            <a:r>
              <a:t>- ❌ Не отправляются в Google (Gemini, США)</a:t>
            </a:r>
            <a:br/>
            <a:r>
              <a:t>- ✅ Работаем в закрытом контуре компании</a:t>
            </a:r>
            <a:br/>
            <a:r>
              <a:t>- ✅ Сервер стоит внутри, данные остаются внутри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Что можно загружать без опасений:</a:t>
            </a:r>
            <a:br/>
            <a:r>
              <a:t>- Внутренние регламенты закупок</a:t>
            </a:r>
            <a:br/>
            <a:r>
              <a:t>- Коммерческие предложения поставщиков</a:t>
            </a:r>
            <a:br/>
            <a:r>
              <a:t>- Договоры и приложения</a:t>
            </a:r>
            <a:br/>
            <a:r>
              <a:t>- Прайс-листы с реальными ценами</a:t>
            </a:r>
            <a:br/>
            <a:r>
              <a:t>- Технические задания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Как работает: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5: Интерфейс OpenWebUI — 5 главных элементов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Где находится: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Элементы интерфейса: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| Элемент | Где находится | Зачем нужно |</a:t>
            </a:r>
            <a:br/>
            <a:r>
              <a:t>|---------|---------------|-------------|</a:t>
            </a:r>
            <a:br/>
            <a:r>
              <a:t>| Новый чат | Слева, кнопка "+" | Начать новый разговор. Старые чаты сохраняются в истории. |</a:t>
            </a:r>
            <a:br/>
            <a:r>
              <a:t>| Скрепка 📎 | В поле ввода сообщения | Прикрепить файл: PDF (ТЗ, КП, договор), Word, Excel. AI проанализирует содержимое. |</a:t>
            </a:r>
            <a:br/>
            <a:r>
              <a:t>| Выбор модели | Вверху экрана | Llama 3 / Mistral — для текстов и анализа. Qwen — если работаете с китайскими поставщиками. |</a:t>
            </a:r>
            <a:br/>
            <a:r>
              <a:t>| Настройки (⚙️) | Вверху справа | System Prompt — настройка ассистента под ваш стиль. Temperature — строгость ответов. |</a:t>
            </a:r>
            <a:br/>
            <a:r>
              <a:t>| Шаблоны (/) | В поле ввода, наберите "/" | Сохраняйте частые запросы. Пример: "/ТЗ" → готовый промпт за 2 секунды.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Первый запрос (попробуйте прямо сейчас):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6: Формула РКЗФО — говорите с ИИ на одном языке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Проблема: почему "проверь договор" = плохой запрос?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ИИ не знает:</a:t>
            </a:r>
            <a:br/>
            <a:r>
              <a:t>- Кто вы? (юрист, закупщик, директор, инженер)</a:t>
            </a:r>
            <a:br/>
            <a:r>
              <a:t>- Что искать? (риски, цены, сроки, технические параметры)</a:t>
            </a:r>
            <a:br/>
            <a:r>
              <a:t>- Для чего? (для согласования, для переговоров, для тендера)</a:t>
            </a:r>
            <a:br/>
            <a:r>
              <a:t>- В каком формате? (таблица, текст, письмо, протокол)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Решение — 5 элементов формулы: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| Элемент | Что написать | Пример для закупщика |</a:t>
            </a:r>
            <a:br/>
            <a:r>
              <a:t>|---------|--------------|----------------------|</a:t>
            </a:r>
            <a:br/>
            <a:r>
              <a:t>| РОЛЬ | Кто вы? | "Ты — закупщик с 10-летним стажем" |</a:t>
            </a:r>
            <a:br/>
            <a:r>
              <a:t>| КОНТЕКСТ | Ситуация | "Внутренняя коммерческая закупка, бюджет до 2 млн ₽" |</a:t>
            </a:r>
            <a:br/>
            <a:r>
              <a:t>| ЗАДАЧА | Что сделать | "Составь ТЗ на поставку светильников LED" |</a:t>
            </a:r>
            <a:br/>
            <a:r>
              <a:t>| ФОРМАТ | Как оформить | "Таблица + список требований + форма заявки" |</a:t>
            </a:r>
            <a:br/>
            <a:r>
              <a:t>| ОГРАНИЧЕНИЯ | Границы | "Без ссылок на 44-ФЗ, только внутренние требования" |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&gt; 🔑 Главное правило: Начинайте с РОЛЬ. Это одно слово повышает качество ответа на 50%.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7: РКЗФО в действии — пример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❌ Плохой запрос: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Общий шаблон, неприменимый к вашей ситуации. Без параметров, без контекста, без требований к поставщику.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✅ Хороший запрос: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Готовое ТЗ, которое можно отправить поставщику. С таблицами, параметрами, формой заявки.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8: Eval — как ИИ проверяет сам себя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Зачем нужен Eval?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AI может:</a:t>
            </a:r>
            <a:br/>
            <a:r>
              <a:t>- Что-то упустить (забыть про гарантию)</a:t>
            </a:r>
            <a:br/>
            <a:r>
              <a:t>- Обобщить важную деталь</a:t>
            </a:r>
            <a:br/>
            <a:r>
              <a:t>- Домыслить то, чего нет в контексте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Eval = просим ИИ найти свои ошибки и исправить их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4 вопроса Eval (добавляйте в конец важных задач):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| Вопрос | Что выявляет | Когда использовать |</a:t>
            </a:r>
            <a:br/>
            <a:r>
              <a:t>|--------|-------------|-------------------|</a:t>
            </a:r>
            <a:br/>
            <a:r>
              <a:t>| "Оцени ответ 1–10" | Галлюцинации, выдуманные факты | Для ТЗ, договоров, решений |</a:t>
            </a:r>
            <a:br/>
            <a:r>
              <a:t>| "Что ты не учёл?" | Слепые пятна, упущенные параметры | Когда много технических деталей |</a:t>
            </a:r>
            <a:br/>
            <a:r>
              <a:t>| "Найди 3 слабых места" | Неточности, допущения | Для договоров, рисков |</a:t>
            </a:r>
            <a:br/>
            <a:r>
              <a:t>| "Предложи другой подход" | Альтернативные решения | Когда не уверены в решении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Пример Eval для ТЗ: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ИИ находит слабые места и предлагает улучшения.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9: Фишки OpenWebUI для закупщика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4 фишки, которые экономят часы: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Фишка 1: Загрузка файлов (📎)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 Загружайте старые ТЗ → ИИ повторит структуру</a:t>
            </a:r>
            <a:br/>
            <a:r>
              <a:t>- Загружайте КП от поставщиков → ИИ извлечёт цены и сравнит</a:t>
            </a:r>
            <a:br/>
            <a:r>
              <a:t>- Загружайте договоры → ИИ найдёт риски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Фишка 2: System Prompt (настройка ассистента)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Пример: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→ Каждый чат будет работать по вашим правилам.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Фишка 3: Шаблоны промптов (/)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→ Экономия 5-10 минут на каждый запрос.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Фишка 4: Knowledge Base (База знаний)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 Загрузите внутренние регламенты закупок</a:t>
            </a:r>
            <a:br/>
            <a:r>
              <a:t>- Загрузите шаблоны ТЗ</a:t>
            </a:r>
            <a:br/>
            <a:r>
              <a:t>- Загрузите историю закупок</a:t>
            </a:r>
            <a:br/>
            <a:r>
              <a:t>→ ИИ будет отвечать с учётом ваших правил.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10: Демо 1 — Составление ТЗ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Сценарий: нужно купить светильники LED для нового офиса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Шаг 1 — базовый запрос (показываем, что получается):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Общий шаблон. Без параметров, без специфики.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Шаг 2 — улучшенный запрос (показываем разницу):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Результат: Готовое ТЗ с таблицами и параметрами.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Шаг 3 — Eval (улучшаем):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11: Демо 2 — Конкурентный лист из 3 КП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Сценарий: получили 3 ответа от поставщиков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Данные:</a:t>
            </a:r>
            <a:br/>
            <a:r>
              <a:t>| Поставщик | Цена | Срок | Гарантия | Условия | Монтаж |</a:t>
            </a:r>
            <a:br/>
            <a:r>
              <a:t>|-----------|------|------|----------|---------|--------|</a:t>
            </a:r>
            <a:br/>
            <a:r>
              <a:t>| А | 1250 ₽/шт | 3 дня | 2 года | 50/50 | 300 ₽/шт |</a:t>
            </a:r>
            <a:br/>
            <a:r>
              <a:t>| Б | 980 ₽/шт | 14 дней | 1 год | 100% предоплата | Нет |</a:t>
            </a:r>
            <a:br/>
            <a:r>
              <a:t>| В | 1100 ₽/шт | 7 дней | 3 года | 30/70 | 250 ₽/шт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Eval: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12: Демо 3 — Поиск поставщиков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Сценарий: нужно найти поставщиков кабеля ВВГнг-LS в Москве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Промпт: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⚠️ Важное предупреждение:</a:t>
            </a:r>
            <a:br/>
            <a:r>
              <a:t>&gt; ИИ может выдумать компании, сайты или телефоны, которых не существует. </a:t>
            </a:r>
            <a:br/>
            <a:r>
              <a:t>&gt; Всегда проверяйте реальность найденного:</a:t>
            </a:r>
            <a:br/>
            <a:r>
              <a:t>&gt; - Откройте сайт — работает ли?</a:t>
            </a:r>
            <a:br/>
            <a:r>
              <a:t>&gt; - Позвоните по телефону — отвечают ли?</a:t>
            </a:r>
            <a:br/>
            <a:r>
              <a:t>&gt; - Проверьте через госреестры (ЕГРЮЛ, сайт ФНС)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13: Практика — 2 задания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Задание 1: Составить ТЗ (15 мин)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Условие:</a:t>
            </a:r>
            <a:br/>
            <a:r>
              <a:t>&gt; Ваша компания открывает склад 1000 м². Нужно осветить:</a:t>
            </a:r>
            <a:br/>
            <a:r>
              <a:t>&gt; - Зону приёмки (высота 4м, площадь 150 м²)</a:t>
            </a:r>
            <a:br/>
            <a:r>
              <a:t>&gt; - Зону хранения (стеллажи 6м, площадь 600 м²)</a:t>
            </a:r>
            <a:br/>
            <a:r>
              <a:t>&gt; - Зону отгрузки (высота 4м, площадь 150 м²)</a:t>
            </a:r>
            <a:br/>
            <a:r>
              <a:t>&gt; - Офис на 5 человек (площадь 80 м²)</a:t>
            </a:r>
            <a:br/>
            <a:r>
              <a:t>&gt; - Санузлы (площадь 20 м²)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Что сделать:</a:t>
            </a:r>
            <a:br/>
            <a:r>
              <a:t>1. Откройте OpenWebUI → Новый чат</a:t>
            </a:r>
            <a:br/>
            <a:r>
              <a:t>2. Напишите запрос по формуле РКЗФО (минимум: Роль, Задача, Формат)</a:t>
            </a:r>
            <a:br/>
            <a:r>
              <a:t>3. Получите ТЗ</a:t>
            </a:r>
            <a:br/>
            <a:r>
              <a:t>4. Задайте Eval-вопрос: "Что ты не учёл?"</a:t>
            </a:r>
            <a:br/>
            <a:r>
              <a:t>5. Получите улучшенное ТЗ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Чек-лист:</a:t>
            </a:r>
            <a:br/>
            <a:r>
              <a:t>- [ ] ТЗ содержит технические параметры (мощность, количество, тип)</a:t>
            </a:r>
            <a:br/>
            <a:r>
              <a:t>- [ ] Указаны требования к поставщику</a:t>
            </a:r>
            <a:br/>
            <a:r>
              <a:t>- [ ] Есть условия поставки/монтажа</a:t>
            </a:r>
            <a:br/>
            <a:r>
              <a:t>- [ ] Форма заявки для поставщика</a:t>
            </a:r>
            <a:br/>
            <a:r>
              <a:t>- [ ] После Eval добавлены недостающие пункты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Задание 2: Конкурентный лист (15 мин)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Условие:</a:t>
            </a:r>
            <a:br/>
            <a:r>
              <a:t>&gt; Получили 3 предложения на кабель ВВГнг-LS 3×2.5 мм², 5000м:</a:t>
            </a:r>
            <a:br/>
            <a:r>
              <a:t>&gt; - Поставщик А: 45 ₽/м, 2 дня, ГОСТ, гарантия 1 год</a:t>
            </a:r>
            <a:br/>
            <a:r>
              <a:t>&gt; - Поставщик Б: 38 ₽/м, 5 дней, ТУ, гарантия 6 мес</a:t>
            </a:r>
            <a:br/>
            <a:r>
              <a:t>&gt; - Поставщик В: 42 ₽/м, 3 дня, ГОСТ+пожарный сертификат, гарантия 2 года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Что сделать:</a:t>
            </a:r>
            <a:br/>
            <a:r>
              <a:t>1. Сформулируйте запрос на сравнение (таблица + критерии + рейтинг)</a:t>
            </a:r>
            <a:br/>
            <a:r>
              <a:t>2. Получите конкурентный лист</a:t>
            </a:r>
            <a:br/>
            <a:r>
              <a:t>3. Задайте Eval-вопрос про риски</a:t>
            </a:r>
            <a:br/>
            <a:r>
              <a:t>4. Получите итоговую рекомендацию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Чек-лист:</a:t>
            </a:r>
            <a:br/>
            <a:r>
              <a:t>- [ ] Таблица сравнения по всем критериям</a:t>
            </a:r>
            <a:br/>
            <a:r>
              <a:t>- [ ] Веса критериев (сумма 100%)</a:t>
            </a:r>
            <a:br/>
            <a:r>
              <a:t>- [ ] Рейтинг каждого поставщика</a:t>
            </a:r>
            <a:br/>
            <a:r>
              <a:t>- [ ] Учтены риски (ГОСТ vs ТУ, сертификаты)</a:t>
            </a:r>
            <a:br/>
            <a:r>
              <a:t>- [ ] Рекомендация обоснована (не просто "дешевле")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14: Готовые шаблоны для закупщика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Сохраните в OpenWebUI и используйте через "/"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Шаблон 1: /ТЗ_закупка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Шаблон 2: /конкурентный_лист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Шаблон 3: /поиск_поставщиков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15: Домашнее задание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Выберите одну из ваших текущих закупок (или ближайшую планируемую):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Что сделать:</a:t>
            </a:r>
            <a:br/>
            <a:r>
              <a:t>1. Составьте ТЗ с помощью ИИ (используйте формулу РКЗФО)</a:t>
            </a:r>
            <a:br/>
            <a:r>
              <a:t>2. Проведите Eval (улучшите ТЗ)</a:t>
            </a:r>
            <a:br/>
            <a:r>
              <a:t>3. Если есть КП от поставщиков — сформируйте конкурентный лист</a:t>
            </a:r>
            <a:br/>
            <a:r>
              <a:t>4. Если нужно найти поставщиков — попробуйте через ИИ (проверьте реальность!)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Формат сдачи:</a:t>
            </a:r>
            <a:br/>
            <a:r>
              <a:t>- Скриншот диалога с ИИ (или экспорт чата)</a:t>
            </a:r>
            <a:br/>
            <a:r>
              <a:t>- Итоговый документ (ТЗ или конкурентный лист)</a:t>
            </a:r>
            <a:br/>
            <a:r>
              <a:t>- Короткое резюме: </a:t>
            </a:r>
            <a:br/>
            <a:r>
              <a:t>  *"Что получилось / что не получилось / сколько времени сэкономил / что будете использовать дальше"*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Куда отправить:</a:t>
            </a:r>
            <a:br/>
            <a:r>
              <a:t>- Внутренний чат: #ai-help</a:t>
            </a:r>
            <a:br/>
            <a:r>
              <a:t>- Или на почту: [внутренний email]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Дедлайн: До следующего занятия (Урок 2: Анализ и выбор)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&gt; 💡 Совет: Не ждите идеального кейса. Попробуйте на чём угодно — даже на закупке канцелярии. Главное — привычка.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16: Что будет в Уроке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Урок 2: Анализ и выбор (следующее занятие)</a:t>
            </a:r>
          </a:p>
          <a:p>
            <a:pPr>
              <a:lnSpc>
                <a:spcPct val="120000"/>
              </a:lnSpc>
              <a:spcBef>
                <a:spcPts val="400"/>
              </a:spcBef>
              <a:defRPr sz="1500">
                <a:solidFill>
                  <a:srgbClr val="CBD5E1"/>
                </a:solidFill>
                <a:latin typeface="Arial"/>
              </a:defRPr>
            </a:pPr>
            <a:r>
              <a:t>| Тема | Что разберём |</a:t>
            </a:r>
            <a:br/>
            <a:r>
              <a:t>|------|-------------|</a:t>
            </a:r>
            <a:br/>
            <a:r>
              <a:t>| Сравнение ТКП с ТЗ | Проверим, соответствуют ли предложения техническому заданию |</a:t>
            </a:r>
            <a:br/>
            <a:r>
              <a:t>| Проверка договоров | Найдём риски, неопределённости, отсутствующие условия |</a:t>
            </a:r>
            <a:br/>
            <a:r>
              <a:t>| Red Team анализ | ИИ играет против нас, чтобы найти слабые места |</a:t>
            </a:r>
            <a:br/>
            <a:r>
              <a:t>| TCO (стоимость владения) | Считаем не только цену, но и 3-летнюю стоимость |</a:t>
            </a:r>
            <a:br/>
            <a:r>
              <a:t>| Рекомендация | Обоснованное решение с цифрами |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Готовьте:</a:t>
            </a:r>
            <a:br/>
            <a:r>
              <a:t>- Реальные КП от поставщиков (если есть)</a:t>
            </a:r>
            <a:br/>
            <a:r>
              <a:t>- Шаблон вашего договора (если можно)</a:t>
            </a:r>
            <a:br/>
            <a:r>
              <a:t>- Вопросы, которые возникли после Урока 1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FF"/>
                </a:solidFill>
                <a:latin typeface="Arial"/>
              </a:defRPr>
            </a:pPr>
            <a:r>
              <a:t>Слайд 17: Вопросы?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### Контакты и ресурсы: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Внутренние:</a:t>
            </a:r>
            <a:br/>
            <a:r>
              <a:t>- Чат поддержки: #ai-help</a:t>
            </a:r>
            <a:br/>
            <a:r>
              <a:t>- База знаний: [внутренний URL]</a:t>
            </a:r>
            <a:br/>
            <a:r>
              <a:t>- Шаблоны: сохранены в OpenWebUI (/ТЗ_закупка, /конкурентный_лист, /поиск_поставщиков)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Правило, которое работает:</a:t>
            </a:r>
            <a:br/>
            <a:r>
              <a:t>&gt; Если задача занимает &gt; 15 минут — сначала спросите ИИ.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---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200"/>
              </a:spcAft>
              <a:defRPr sz="1600">
                <a:solidFill>
                  <a:srgbClr val="CBD5E1"/>
                </a:solidFill>
                <a:latin typeface="Arial"/>
              </a:defRPr>
            </a:pPr>
            <a:r>
              <a:t>*Презентация Урока 1. Подготовка закупки. Обновлено: 2026-07-09*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