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Московские слободы: от Таганки до современности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A0"/>
                </a:solidFill>
              </a:defRPr>
            </a:pPr>
            <a:r>
              <a:t>История, культура и люди, создавшие уникальный облик столицы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Что такое слобода?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Слобода — территориально обособленное поселение XIV–XVIII веков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Жители объединены по роду занятий или происхождению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Обладали льготами от князя/царя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Элементы самоуправления (староста, сход)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Центр — церковь (духовный, не всегда географический)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По документам XVII века — 5 групп: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1. Дворцовые и казённые — 51 слобода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2. Военные (стрелецкие, пушкарские) — 33 слободы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3. Монастырские и владычные — 26 слобод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4. Иностранные — 8 слобод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5. «Чёрные» тяглые — 25 слобод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Хронология образования слобод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3 линии обороны Москвы = 3 волны слобод: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XIV–XVI вв.  →  Белый город (крепостная стена)  →  21 слобода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XVI–XVII вв. →  Земляной вал (Земляной город)   →  ~100 слобод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XVIII век    →  Камер-Коллежский вал             →  Новые поселения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Ключевые даты: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1262 — Крутицкое подворье (первое поселение на Таганке)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1357 — Спасо-Андроников монастырь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1380 — Куликовская битва, возвращение войска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1590 — Начало строительства Земляного вала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1649 — Запрет на создание новых слобод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1722–1724 — Конец слобод (цехи, подушный налог)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Ремесленные слободы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Основа московской экономики — за Яузой (пожарная безопасность)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Гончарная слобода: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XVI век, гончары и кафельщики (пленные из Белоруссии, 1654–1667)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След: Гончарная ул., Гончарная наб., церковь Успения в Гончарах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Котельническая слобода: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Мастера по меди и олову, XVI век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Переехала за Яузу из-за пожарной опасности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След: Котельническая наб., Котельнические пер.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Таганная слобода: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Таганники — подставки под котлы (93 двора в 1632)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След: Таганская пл., Таганский район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Серебряная слобода: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Мастера Серебряного двора, XV век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След: Серебрянический пер., Серебряническая наб.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Торговые и дворцовые слободы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Кошельная слобода — поставщики царского двора: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Мельники (крупный помол), кошелевщики (плетёные корзины)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Раколовы — деликатесы для царского стола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XVIII век: купцы Шустовы (вино-водочная империя), Куманины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След: Устьинский проезд, памятник Пограничникам (1975–1976 снесена)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Торговые пути: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Болвановская дорога — из Золотой Орды через Рязань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Владимирская дорога — от Рогожской заставы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Серебряная слобода: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Серебряный приказ (XVII век)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Часть вольнонаёмные, часть на жалованье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Военные слободы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Стрелецкая слобода: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Стрельцы московского гарнизона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1671 — поселились на месте Греческой слободы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Оборонительная система Таганки: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Монастыри = форпосты (Крутицы, Андроников, Новоспасский)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Земляной вал (Скородом) — 1590-е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Бойницы, крепостные стены, рвы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Спасо-Андроников монастырь: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1357 — основан митрополитом Алексием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1380 — встречали Дмитрия Донского после Куликова поля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Андрей Рублёв жил, работал и похоронен здесь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Спасский собор — древнейшее сооружение Москвы вне Кремля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Монастыри Таганки — духовные центры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Крутицкое подворье (1262):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Духовная дипломатия с Золотой Ордой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Представители Русской Церкви для православных в чужих краях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Новоспасский монастырь (1491):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Усыпальница бояр Романовых (предков династии)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Выдержал осады татар (1521, 1571, 1591) и поляков (1612)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Покровский монастырь (1635):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Основан на месте «убогого дома» (некрещёные, казнённые)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Крупнейший монастырский некрополь Москвы (5,4 га)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Рогожская слобода — центр старообрядчества: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20 000 прихожан (1790-е) → 68 000 (1825)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Покровский собор — самый большой в Москве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Слободы Таганки — Границы города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Белый город (внутри стен):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Кошельная, Серебряная, Котельная, Гончарная, Таганная, Стрелецкая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Земляной город (за валом):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Алексеевская, Рогожская, Сыромятная, Каменная, Крутицкое подворье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Камер-Коллежский вал (новая граница):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Калитниковская (Александровская), Новая деревня,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Рогожская ямская, Московские бойни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Принцип: чем дальше от Кремля, тем моложе слобода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Рогожская слобода — особый случай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История: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Конец XVI века — ямщики на Владимирской дороге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178 гектаров, Тележная улица — постоялые дворы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Калачные, мучные лавки, муромские свечи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Старообрядческая «Палестина»: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Запертые ворота, особый быт, 19 церквей, 5 монастырей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Типография, учительский институт (1911), богадельня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Конец эпохи: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1862 — пожар (3 суток)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1886 — пожар уничтожает слободу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1896 — ж/д станция упразднена, ямщичество умирает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«Рогожская, как хранительница старых заветов, рухнула»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Исторические следы — Топонимы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Сохранившиеся названия: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Гончарная слобода     →  Гончарная ул., Гончарная наб.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Котельническая        →  Котельническая наб.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Таганная              →  Таганская пл., Таганский район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Серебряная            →  Серебрянический пер.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Рогожская             →  Рогожская ул., Рогожский вал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Сыромятническая       →  Сыромятническая ул.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Калитники             →  Калитниковская ул.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Исчезнувшие: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Кошельная — снесена в 1975–1976 (сквер + памятник)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Хитровка — застроена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Болвановка — растворилась в Таганке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Исторические следы — Церкви и здания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Церкви: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Всех святых на Кулишках (1380, перестроена 1687–1689)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Церковь Никиты Мученика (при Фёдоре Иоанновиче)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Крутицкое подворье (восстановлено)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Покровский собор на Рогожском кладбище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Здания: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Воспитательный дом (1764, на месте Белогородской стены)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Сталинская высотка на Котельнической наб. (1938–1940)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«Кристалл» — бывший казённый винный склад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«Винзавод» — центр современного искусства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Археология и индустриальное наследие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Археологические находки: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Гончарные мастерские (раскопки 1947–1948)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Кузнецы-оружейники (захоронения при Никите Мученике)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Культурный слой Кошельной слободы (XV–XVII вв.) —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  памятник федерального значения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Индустриальное наследие: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«Серп и молот» (бывший завод Гужона, 1845)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«Московская Бавария» (пивоварня Даниельсона, 1811)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Московский газовый завод → «Винзавод»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Слободы сегодня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Джентрификация: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«Винзавод» — арт-пространство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«Московская Бавария» — креативный кластер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«Манометр» — офисы и кафе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Басманный район — дорогая недвижимость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Сохранение: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Заповедные зоны (1973) — Заяузье в черте Садового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Рогожское кладбище — музей старообрядчества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Крутицкое подворье — восстановлено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Утраты: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1812 — пожар уничтожил Заяузье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1970 — снесены торговые ряды на Таганской площади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• 1975–1976 — снесена Кошельная слобода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Московские слободы — это: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1. Экономика — основа ремесленного prosperity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2. Самоуправление — прототип городской демократии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3. Культура — каждая слобода = уникальный быт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4. Оборона — монастыри и слободы = щит Москвы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5. Наследие — топонимы, церкви, археология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Таганка — от форпоста веры (1262)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     до промышленного центра (XIX в.)</a:t>
            </a:r>
          </a:p>
          <a:p>
            <a:pPr lvl="1">
              <a:spcAft>
                <a:spcPts val="1200"/>
              </a:spcAft>
              <a:defRPr sz="2000">
                <a:solidFill>
                  <a:srgbClr val="A0A0A0"/>
                </a:solidFill>
              </a:defRPr>
            </a:pPr>
            <a:r>
              <a:t>       до креативного кластера (XXI в.)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Слободы исчезли, но их имена живут в названиях улиц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A0"/>
                </a:solidFill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