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The AI Playbook for Financial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B4C8DC"/>
                </a:solidFill>
              </a:defRPr>
            </a:pPr>
            <a:r>
              <a:t>Всемирный экономический форум + Accenture | Стратегический фреймворк для масштабирования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96AABE"/>
                </a:solidFill>
              </a:defRPr>
            </a:pPr>
            <a:r>
              <a:t>Июнь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Почему сейчас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AI перешёл от экспериментов к масштабированию. Вопрос — не «внедрять ли», а «как быстро и безопасно».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• 150+ senior executives, 100+ организаций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• 18 месяцев исследований в 4 городах (HK, London, NYC, Singapore)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• Результат: практический фреймворк для каждого этапа пути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«Организации, создающие устойчивую ценность, сочетают инновации с доверием и ответственным governance.»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— Andre Belelieu, Head of Financial Services Industries, WEF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Четыре ключевых находки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00584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Находка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Что это значит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AI — стратегия Совета директоров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Не IT-пилот, а вопрос выживания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Дифференциация через клиентов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Аналитика = commodity, доверие = преимущество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Голистический редизайн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Точечно = локально. Целостно = на порядок больше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Agentic AI меняет правила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От помощника к автономному агенту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Фреймворк: от пилота к трансформации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ЭТАП 1. Define Vision (0-3 мес)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   • Board-level alignment на приоритетах • Baseline оценка • Data readiness • Guardrails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ЭТАП 2. Build Digital Core (3-12 мес)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   • Enterprise intelligence platform • APIs, MCP, zero-copy • Интеграция данных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ЭТАП 3. Two-Speed AI (3-12 мес)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   • Speed 1: быстрый frontline impact • Speed 2: стратегические enterprise платформы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ЭТАП 4. Transform Workforce (12+ мес)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   • Skills-based design • Role redesign • Culture of ethical innovation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Agentic AI — спектр автономности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00584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Уровень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Что делает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Роль человека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Пример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Assistive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Рекомендации, черновики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Принимает 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Draft email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Semi-autonomous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Выполняет задачи в guardrails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Эскалирует исключения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Routine KYC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Autonomous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Планирует, решает, действует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Минимальный oversight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Liquidity forecasting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Multi-agent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Координирует агентов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Наблюдает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End-to-end loan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Кейс: KBTG (Таиланд)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Результаты внедрения AI-платформы: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• 200+ innovation ideas → 60 MVPs → 8 enterprise platforms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• ~30 000 рабочих дней сохранено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• 20-59% productivity improvement (admin, documentation, analysis)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• Vendor-agnostic платформа — не зависит от одного поставщика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Формула успеха:</a:t>
            </a:r>
          </a:p>
          <a:p>
            <a:pPr>
              <a:spcAft>
                <a:spcPts val="1600"/>
              </a:spcAft>
              <a:defRPr sz="1800">
                <a:solidFill>
                  <a:srgbClr val="505050"/>
                </a:solidFill>
              </a:defRPr>
            </a:pPr>
            <a:r>
              <a:t>   Centralized platform + Human-AI collaboration + Continuous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Рекомендации: что делать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00584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Срок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Действие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Ответственный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Сейчас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Board-level AI committee, 3 приоритета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CEO / Board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3 мес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Baseline: data readiness, model maturity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CIO + CDO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3-12 мес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Two-speed: пилоты + стратегическая платформа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COO + CTO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12+ мес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Agentic AI, workforce transformation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05050"/>
                          </a:solidFill>
                        </a:defRPr>
                      </a:pPr>
                      <a:r>
                        <a:t>CHRO + CRO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